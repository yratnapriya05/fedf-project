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DEVELOPMENT FRAMEWORKS &amp; UI ENGINEERING (25CS1201E)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943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Name Record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5943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(PNR) Manager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5943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Airline Reservation Management 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0" y="731520"/>
            <a:ext cx="2103120" cy="3657600"/>
          </a:xfrm>
          <a:prstGeom prst="rect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914400"/>
            <a:ext cx="1920240" cy="3291840"/>
          </a:xfrm>
          <a:prstGeom prst="rect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1463040"/>
            <a:ext cx="16459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42A5F5"/>
                </a:solidFill>
              </a:rPr>
              <a:t>✈</a:t>
            </a:r>
            <a:endParaRPr lang="en-US" sz="7000" dirty="0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6217920" cy="1280160"/>
          </a:xfrm>
          <a:prstGeom prst="rect">
            <a:avLst/>
          </a:prstGeom>
          <a:solidFill>
            <a:srgbClr val="1565C0">
              <a:alpha val="4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337560"/>
            <a:ext cx="5943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26  |  Section 7  |  Term III  |  2025-26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Lead: Y. Ratna Priya (2520030156)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Member: P. Sahithi (2520030262)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Abstract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212080" cy="3566160"/>
          </a:xfrm>
          <a:prstGeom prst="rect">
            <a:avLst/>
          </a:prstGeom>
          <a:solidFill>
            <a:srgbClr val="F0F4FF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PNR Manager?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48463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application designed to efficiently manage airline reservation records. It provides a centralized platform to search, view, modify, and cancel booking details using a unique PNR number — improving accuracy, transparency, and ease of access.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4846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4846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details &amp; travel itinerary display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information &amp; SSR (meal, assistance) management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cancellation with validation &amp; audit trail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history, notifications &amp; print/export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52160" y="1097280"/>
            <a:ext cx="2926080" cy="749808"/>
          </a:xfrm>
          <a:prstGeom prst="rect">
            <a:avLst/>
          </a:prstGeom>
          <a:solidFill>
            <a:srgbClr val="F0F4FF"/>
          </a:solidFill>
          <a:ln w="9525">
            <a:solidFill>
              <a:srgbClr val="42A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1152144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9320" y="144475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modifications only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52160" y="1965960"/>
            <a:ext cx="2926080" cy="749808"/>
          </a:xfrm>
          <a:prstGeom prst="rect">
            <a:avLst/>
          </a:prstGeom>
          <a:solidFill>
            <a:srgbClr val="E3F2FD"/>
          </a:solidFill>
          <a:ln w="9525">
            <a:solidFill>
              <a:srgbClr val="42A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20824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Trail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231343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PNR actions tracked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52160" y="2834640"/>
            <a:ext cx="2926080" cy="749808"/>
          </a:xfrm>
          <a:prstGeom prst="rect">
            <a:avLst/>
          </a:prstGeom>
          <a:solidFill>
            <a:srgbClr val="F0F4FF"/>
          </a:solidFill>
          <a:ln w="9525">
            <a:solidFill>
              <a:srgbClr val="42A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889504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Admin Panel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318211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monitoring &amp; control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52160" y="3703320"/>
            <a:ext cx="2926080" cy="749808"/>
          </a:xfrm>
          <a:prstGeom prst="rect">
            <a:avLst/>
          </a:prstGeom>
          <a:solidFill>
            <a:srgbClr val="E3F2FD"/>
          </a:solidFill>
          <a:ln w="9525">
            <a:solidFill>
              <a:srgbClr val="42A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3758184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Responsive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405079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user-friendly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Module Mapping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3749040"/>
          </a:xfrm>
          <a:prstGeom prst="rect">
            <a:avLst/>
          </a:prstGeom>
          <a:solidFill>
            <a:srgbClr val="F0F4FF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1148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Ratna Priya  |  2520030156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7335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Responsibilities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374904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Management (Module Lead)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Development &amp; REST integration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with React.js &amp; HTML5/CSS3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Axios-based frontend-backend communication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114800" cy="3749040"/>
          </a:xfrm>
          <a:prstGeom prst="rect">
            <a:avLst/>
          </a:prstGeom>
          <a:solidFill>
            <a:srgbClr val="F0F4FF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51560"/>
            <a:ext cx="411480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15568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Sahithi  |  2520030262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67335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Responsibilities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993392"/>
            <a:ext cx="374904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 Search functionality (Module Lead)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allocation tracking &amp; management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modification &amp; cancellation workflows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&amp; audit trail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Frameworks, Libraries &amp; Tools Used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0574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16152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205740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46504"/>
            <a:ext cx="2057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03704"/>
            <a:ext cx="205740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04288"/>
            <a:ext cx="2057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761488"/>
            <a:ext cx="205740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862072"/>
            <a:ext cx="2057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(ES6+)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319272"/>
            <a:ext cx="205740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419856"/>
            <a:ext cx="2057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68880" y="1143000"/>
            <a:ext cx="2057400" cy="4572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216152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68880" y="1645920"/>
            <a:ext cx="205740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746504"/>
            <a:ext cx="2057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68880" y="2203704"/>
            <a:ext cx="205740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2304288"/>
            <a:ext cx="2057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68880" y="2761488"/>
            <a:ext cx="205740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2862072"/>
            <a:ext cx="2057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68880" y="3319272"/>
            <a:ext cx="205740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3419856"/>
            <a:ext cx="2057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1143000"/>
            <a:ext cx="205740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1216152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0" y="1645920"/>
            <a:ext cx="205740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1746504"/>
            <a:ext cx="2057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0" y="1143000"/>
            <a:ext cx="2057400" cy="45720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1216152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75120" y="1645920"/>
            <a:ext cx="205740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1746504"/>
            <a:ext cx="2057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0" y="2203704"/>
            <a:ext cx="205740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2304288"/>
            <a:ext cx="2057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0" y="2761488"/>
            <a:ext cx="205740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2862072"/>
            <a:ext cx="2057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1645920"/>
          </a:xfrm>
          <a:prstGeom prst="rect">
            <a:avLst/>
          </a:prstGeom>
          <a:solidFill>
            <a:srgbClr val="F0F4FF"/>
          </a:solidFill>
          <a:ln w="9525">
            <a:solidFill>
              <a:srgbClr val="42A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2743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234440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PNR Search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9768" y="1581912"/>
            <a:ext cx="2514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retrieve booking records using a unique PNR number with real-time results.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743200" cy="1645920"/>
          </a:xfrm>
          <a:prstGeom prst="rect">
            <a:avLst/>
          </a:prstGeom>
          <a:solidFill>
            <a:srgbClr val="F0F4FF"/>
          </a:solidFill>
          <a:ln w="9525">
            <a:solidFill>
              <a:srgbClr val="42A5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97280"/>
            <a:ext cx="2743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234440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Booking Modification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55848" y="1581912"/>
            <a:ext cx="2514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users can update passenger details, SSR preferences, and seat assignments.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097280"/>
            <a:ext cx="2743200" cy="1645920"/>
          </a:xfrm>
          <a:prstGeom prst="rect">
            <a:avLst/>
          </a:prstGeom>
          <a:solidFill>
            <a:srgbClr val="F0F4FF"/>
          </a:solidFill>
          <a:ln w="9525">
            <a:solidFill>
              <a:srgbClr val="42A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097280"/>
            <a:ext cx="2743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1234440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Ticket Cancellation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81928" y="1581912"/>
            <a:ext cx="2514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cancellation workflow with confirmation steps and refund tracking.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2743200" cy="1645920"/>
          </a:xfrm>
          <a:prstGeom prst="rect">
            <a:avLst/>
          </a:prstGeom>
          <a:solidFill>
            <a:srgbClr val="E3F2FD"/>
          </a:solidFill>
          <a:ln w="9525">
            <a:solidFill>
              <a:srgbClr val="42A5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926080"/>
            <a:ext cx="2743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063240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💺  Seat Management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9768" y="3410712"/>
            <a:ext cx="2514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seat allocation tracking with availability status per flight segment.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2926080"/>
            <a:ext cx="2743200" cy="1645920"/>
          </a:xfrm>
          <a:prstGeom prst="rect">
            <a:avLst/>
          </a:prstGeom>
          <a:solidFill>
            <a:srgbClr val="E3F2FD"/>
          </a:solidFill>
          <a:ln w="9525">
            <a:solidFill>
              <a:srgbClr val="42A5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2926080"/>
            <a:ext cx="2743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3063240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Audit Trail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355848" y="3410712"/>
            <a:ext cx="2514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of every action performed on a PNR for compliance and accountability.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2200" y="2926080"/>
            <a:ext cx="2743200" cy="1645920"/>
          </a:xfrm>
          <a:prstGeom prst="rect">
            <a:avLst/>
          </a:prstGeom>
          <a:solidFill>
            <a:srgbClr val="E3F2FD"/>
          </a:solidFill>
          <a:ln w="9525">
            <a:solidFill>
              <a:srgbClr val="42A5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2926080"/>
            <a:ext cx="2743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3063240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Admin Panel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81928" y="3410712"/>
            <a:ext cx="2514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dashboard for system monitoring, user management, and reporting.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103120"/>
          </a:xfrm>
          <a:prstGeom prst="rect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786384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PNR Manager delivers a scalable, secure, and user-friendly solution for managing airline reservations. By integrating React.js on the frontend with Node.js/Express.js on the backend and MySQL for data persistence, the system ensures real-time performance, reliable audit trails, and seamless user experience across all devices.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3474720"/>
            <a:ext cx="1645920" cy="1234440"/>
          </a:xfrm>
          <a:prstGeom prst="rect">
            <a:avLst/>
          </a:prstGeom>
          <a:solidFill>
            <a:srgbClr val="42A5F5">
              <a:alpha val="8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547872"/>
            <a:ext cx="1645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4133088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80360" y="3474720"/>
            <a:ext cx="1645920" cy="1234440"/>
          </a:xfrm>
          <a:prstGeom prst="rect">
            <a:avLst/>
          </a:prstGeom>
          <a:solidFill>
            <a:srgbClr val="42A5F5">
              <a:alpha val="8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3547872"/>
            <a:ext cx="1645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80360" y="4133088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3474720"/>
            <a:ext cx="1645920" cy="1234440"/>
          </a:xfrm>
          <a:prstGeom prst="rect">
            <a:avLst/>
          </a:prstGeom>
          <a:solidFill>
            <a:srgbClr val="42A5F5">
              <a:alpha val="8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547872"/>
            <a:ext cx="1645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937760" y="4133088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95160" y="3474720"/>
            <a:ext cx="1645920" cy="1234440"/>
          </a:xfrm>
          <a:prstGeom prst="rect">
            <a:avLst/>
          </a:prstGeom>
          <a:solidFill>
            <a:srgbClr val="42A5F5">
              <a:alpha val="8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3547872"/>
            <a:ext cx="1645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995160" y="4133088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2519</Words>
  <Application>WPS Writer</Application>
  <PresentationFormat>On-screen Show (16:9)</PresentationFormat>
  <Paragraphs>145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宋体-简</vt:lpstr>
      <vt:lpstr>Arial Unicode MS</vt:lpstr>
      <vt:lpstr>Microsoft YaHei</vt:lpstr>
      <vt:lpstr>汉仪旗黑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PNR Manager - Project Presentation</dc:title>
  <dc:creator>PptxGenJS</dc:creator>
  <dc:subject>PptxGenJS Presentation</dc:subject>
  <cp:lastModifiedBy>YARRAMSETTY RATNA PRIYA PRIYA</cp:lastModifiedBy>
  <cp:revision>2</cp:revision>
  <dcterms:created xsi:type="dcterms:W3CDTF">2026-05-18T03:18:19Z</dcterms:created>
  <dcterms:modified xsi:type="dcterms:W3CDTF">2026-05-18T03:18:19Z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8D21BC82203D0111FB840A6AA310F4D8_43</vt:lpwstr>
  </property>
  <property fmtid="{D5CDD505-2E9C-101B-9397-08002B2CF9AE}" pid="3" name="KSOProductBuildVer">
    <vt:lpwstr>1033-12.1.23155.23155</vt:lpwstr>
  </property>
</Properties>
</file>