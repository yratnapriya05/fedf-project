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
  </p:handoutMasterIdLst>
  <p:sldIdLst>
    <p:sldId id="324" r:id="rId3"/>
    <p:sldId id="325" r:id="rId5"/>
    <p:sldId id="326" r:id="rId6"/>
    <p:sldId id="344" r:id="rId7"/>
  </p:sldIdLst>
  <p:sldSz cx="9144000" cy="5144135"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16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79EB7"/>
    <a:srgbClr val="23537C"/>
    <a:srgbClr val="DC9E9F"/>
    <a:srgbClr val="437EA5"/>
    <a:srgbClr val="2D6896"/>
    <a:srgbClr val="4670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221" y="82"/>
      </p:cViewPr>
      <p:guideLst>
        <p:guide pos="2880"/>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handoutMaster" Target="handoutMasters/handoutMaster1.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90204" pitchFamily="34" charset="0"/>
                <a:ea typeface="Arial" panose="020B0604020202090204" pitchFamily="3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90204" pitchFamily="34" charset="0"/>
                <a:ea typeface="Arial" panose="020B0604020202090204" pitchFamily="34" charset="0"/>
              </a:defRPr>
            </a:lvl1pPr>
          </a:lstStyle>
          <a:p>
            <a:fld id="{04AA9BA5-2090-4344-8291-1CB8316A444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6280" y="1143000"/>
            <a:ext cx="548544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90204" pitchFamily="34" charset="0"/>
                <a:ea typeface="Arial" panose="020B0604020202090204" pitchFamily="3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90204" pitchFamily="34" charset="0"/>
                <a:ea typeface="Arial" panose="020B0604020202090204" pitchFamily="34" charset="0"/>
              </a:defRPr>
            </a:lvl1pPr>
          </a:lstStyle>
          <a:p>
            <a:fld id="{3EE67FDC-D189-4181-B919-2AFE30BE449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Arial" panose="020B0604020202090204" pitchFamily="34" charset="0"/>
        <a:ea typeface="Arial" panose="020B0604020202090204" pitchFamily="34" charset="0"/>
        <a:cs typeface="+mn-cs"/>
      </a:defRPr>
    </a:lvl1pPr>
    <a:lvl2pPr marL="342900" algn="l" defTabSz="685800" rtl="0" eaLnBrk="1" latinLnBrk="0" hangingPunct="1">
      <a:defRPr sz="900" kern="1200">
        <a:solidFill>
          <a:schemeClr val="tx1"/>
        </a:solidFill>
        <a:latin typeface="Arial" panose="020B0604020202090204" pitchFamily="34" charset="0"/>
        <a:ea typeface="Arial" panose="020B0604020202090204" pitchFamily="34" charset="0"/>
        <a:cs typeface="+mn-cs"/>
      </a:defRPr>
    </a:lvl2pPr>
    <a:lvl3pPr marL="685800" algn="l" defTabSz="685800" rtl="0" eaLnBrk="1" latinLnBrk="0" hangingPunct="1">
      <a:defRPr sz="900" kern="1200">
        <a:solidFill>
          <a:schemeClr val="tx1"/>
        </a:solidFill>
        <a:latin typeface="Arial" panose="020B0604020202090204" pitchFamily="34" charset="0"/>
        <a:ea typeface="Arial" panose="020B0604020202090204" pitchFamily="34" charset="0"/>
        <a:cs typeface="+mn-cs"/>
      </a:defRPr>
    </a:lvl3pPr>
    <a:lvl4pPr marL="1028700" algn="l" defTabSz="685800" rtl="0" eaLnBrk="1" latinLnBrk="0" hangingPunct="1">
      <a:defRPr sz="900" kern="1200">
        <a:solidFill>
          <a:schemeClr val="tx1"/>
        </a:solidFill>
        <a:latin typeface="Arial" panose="020B0604020202090204" pitchFamily="34" charset="0"/>
        <a:ea typeface="Arial" panose="020B0604020202090204" pitchFamily="34" charset="0"/>
        <a:cs typeface="+mn-cs"/>
      </a:defRPr>
    </a:lvl4pPr>
    <a:lvl5pPr marL="1371600" algn="l" defTabSz="685800" rtl="0" eaLnBrk="1" latinLnBrk="0" hangingPunct="1">
      <a:defRPr sz="900" kern="1200">
        <a:solidFill>
          <a:schemeClr val="tx1"/>
        </a:solidFill>
        <a:latin typeface="Arial" panose="020B0604020202090204" pitchFamily="34" charset="0"/>
        <a:ea typeface="Arial" panose="020B0604020202090204" pitchFamily="34" charset="0"/>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D92C81-B57A-4F0F-8838-D0227D243EE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D92C81-B57A-4F0F-8838-D0227D243EE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extLst>
              <a:ext uri="{28A0092B-C50C-407E-A947-70E740481C1C}">
                <a14:useLocalDpi xmlns:a14="http://schemas.microsoft.com/office/drawing/2010/main" val="0"/>
              </a:ext>
            </a:extLst>
          </a:blip>
          <a:srcRect t="1168" r="1168"/>
          <a:stretch>
            <a:fillRect/>
          </a:stretch>
        </p:blipFill>
        <p:spPr>
          <a:xfrm>
            <a:off x="-1" y="1"/>
            <a:ext cx="9144571" cy="514434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21"/>
            <a:ext cx="9144000" cy="514402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1F7635E-FB6F-40E8-AE93-88CC9450765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262DC8A-A2FE-48AA-8803-1F80BAB9AA9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title">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95"/>
            <a:ext cx="7886700" cy="2140038"/>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3442878"/>
            <a:ext cx="7886700" cy="1125395"/>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01F7635E-FB6F-40E8-AE93-88CC9450765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262DC8A-A2FE-48AA-8803-1F80BAB9AA9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column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369529"/>
            <a:ext cx="3886200" cy="326424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29150" y="1369529"/>
            <a:ext cx="3886200" cy="3264244"/>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1F7635E-FB6F-40E8-AE93-88CC9450765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262DC8A-A2FE-48AA-8803-1F80BAB9AA9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906"/>
            <a:ext cx="7886700" cy="994397"/>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9842" y="1261158"/>
            <a:ext cx="3868340" cy="61807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29842" y="1879232"/>
            <a:ext cx="3868340" cy="2764067"/>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261158"/>
            <a:ext cx="3887391" cy="61807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1879232"/>
            <a:ext cx="3887391" cy="2764067"/>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1F7635E-FB6F-40E8-AE93-88CC9450765A}"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262DC8A-A2FE-48AA-8803-1F80BAB9AA9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1F7635E-FB6F-40E8-AE93-88CC9450765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262DC8A-A2FE-48AA-8803-1F80BAB9AA9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1F7635E-FB6F-40E8-AE93-88CC9450765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262DC8A-A2FE-48AA-8803-1F80BAB9AA9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and title">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78"/>
            <a:ext cx="2949178" cy="1200422"/>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391" y="740737"/>
            <a:ext cx="4629150" cy="365604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29841" y="1543400"/>
            <a:ext cx="2949178" cy="2859339"/>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8035" indent="0">
              <a:buNone/>
              <a:defRPr sz="750"/>
            </a:lvl7pPr>
            <a:lvl8pPr marL="2400935" indent="0">
              <a:buNone/>
              <a:defRPr sz="750"/>
            </a:lvl8pPr>
            <a:lvl9pPr marL="2743835" indent="0">
              <a:buNone/>
              <a:defRPr sz="75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1F7635E-FB6F-40E8-AE93-88CC9450765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262DC8A-A2FE-48AA-8803-1F80BAB9AA9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and title">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78"/>
            <a:ext cx="2949178" cy="1200422"/>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740737"/>
            <a:ext cx="4629150" cy="3656047"/>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hasCustomPrompt="1"/>
          </p:nvPr>
        </p:nvSpPr>
        <p:spPr>
          <a:xfrm>
            <a:off x="629841" y="1543400"/>
            <a:ext cx="2949178" cy="2859339"/>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8035" indent="0">
              <a:buNone/>
              <a:defRPr sz="750"/>
            </a:lvl7pPr>
            <a:lvl8pPr marL="2400935" indent="0">
              <a:buNone/>
              <a:defRPr sz="750"/>
            </a:lvl8pPr>
            <a:lvl9pPr marL="2743835" indent="0">
              <a:buNone/>
              <a:defRPr sz="75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1F7635E-FB6F-40E8-AE93-88CC9450765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262DC8A-A2FE-48AA-8803-1F80BAB9AA9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1F7635E-FB6F-40E8-AE93-88CC9450765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262DC8A-A2FE-48AA-8803-1F80BAB9AA9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906"/>
            <a:ext cx="1971675" cy="435986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273906"/>
            <a:ext cx="5800725" cy="4359867"/>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1F7635E-FB6F-40E8-AE93-88CC9450765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262DC8A-A2FE-48AA-8803-1F80BAB9AA9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wo-column content">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906"/>
            <a:ext cx="7886700" cy="994397"/>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369529"/>
            <a:ext cx="7886700" cy="3264244"/>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4768344"/>
            <a:ext cx="2057400" cy="273906"/>
          </a:xfrm>
          <a:prstGeom prst="rect">
            <a:avLst/>
          </a:prstGeom>
        </p:spPr>
        <p:txBody>
          <a:bodyPr vert="horz" lIns="91440" tIns="45720" rIns="91440" bIns="45720" rtlCol="0" anchor="ctr"/>
          <a:lstStyle>
            <a:lvl1pPr algn="l">
              <a:defRPr sz="900">
                <a:solidFill>
                  <a:schemeClr val="tx1">
                    <a:tint val="75000"/>
                  </a:schemeClr>
                </a:solidFill>
                <a:ea typeface="Arial" panose="020B0604020202090204" pitchFamily="34" charset="0"/>
              </a:defRPr>
            </a:lvl1pPr>
          </a:lstStyle>
          <a:p>
            <a:fld id="{01F7635E-FB6F-40E8-AE93-88CC9450765A}" type="datetimeFigureOut">
              <a:rPr lang="zh-CN" altLang="en-US" smtClean="0"/>
            </a:fld>
            <a:endParaRPr lang="zh-CN" altLang="en-US"/>
          </a:p>
        </p:txBody>
      </p:sp>
      <p:sp>
        <p:nvSpPr>
          <p:cNvPr id="5" name="页脚占位符 4"/>
          <p:cNvSpPr>
            <a:spLocks noGrp="1"/>
          </p:cNvSpPr>
          <p:nvPr>
            <p:ph type="ftr" sz="quarter" idx="3"/>
          </p:nvPr>
        </p:nvSpPr>
        <p:spPr>
          <a:xfrm>
            <a:off x="3028950" y="4768344"/>
            <a:ext cx="3086100" cy="273906"/>
          </a:xfrm>
          <a:prstGeom prst="rect">
            <a:avLst/>
          </a:prstGeom>
        </p:spPr>
        <p:txBody>
          <a:bodyPr vert="horz" lIns="91440" tIns="45720" rIns="91440" bIns="45720" rtlCol="0" anchor="ctr"/>
          <a:lstStyle>
            <a:lvl1pPr algn="ctr">
              <a:defRPr sz="900">
                <a:solidFill>
                  <a:schemeClr val="tx1">
                    <a:tint val="75000"/>
                  </a:schemeClr>
                </a:solidFill>
                <a:ea typeface="Arial" panose="020B0604020202090204" pitchFamily="34" charset="0"/>
              </a:defRPr>
            </a:lvl1pPr>
          </a:lstStyle>
          <a:p>
            <a:endParaRPr lang="zh-CN" altLang="en-US"/>
          </a:p>
        </p:txBody>
      </p:sp>
      <p:sp>
        <p:nvSpPr>
          <p:cNvPr id="6" name="灯片编号占位符 5"/>
          <p:cNvSpPr>
            <a:spLocks noGrp="1"/>
          </p:cNvSpPr>
          <p:nvPr>
            <p:ph type="sldNum" sz="quarter" idx="4"/>
          </p:nvPr>
        </p:nvSpPr>
        <p:spPr>
          <a:xfrm>
            <a:off x="6457950" y="4768344"/>
            <a:ext cx="2057400" cy="273906"/>
          </a:xfrm>
          <a:prstGeom prst="rect">
            <a:avLst/>
          </a:prstGeom>
        </p:spPr>
        <p:txBody>
          <a:bodyPr vert="horz" lIns="91440" tIns="45720" rIns="91440" bIns="45720" rtlCol="0" anchor="ctr"/>
          <a:lstStyle>
            <a:lvl1pPr algn="r">
              <a:defRPr sz="900">
                <a:solidFill>
                  <a:schemeClr val="tx1">
                    <a:tint val="75000"/>
                  </a:schemeClr>
                </a:solidFill>
                <a:ea typeface="Arial" panose="020B0604020202090204" pitchFamily="34" charset="0"/>
              </a:defRPr>
            </a:lvl1pPr>
          </a:lstStyle>
          <a:p>
            <a:fld id="{1262DC8A-A2FE-48AA-8803-1F80BAB9AA9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Arial" panose="020B0604020202090204" pitchFamily="34" charset="0"/>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Arial" panose="020B0604020202090204" pitchFamily="34" charset="0"/>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Arial" panose="020B0604020202090204" pitchFamily="34" charset="0"/>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Arial" panose="020B0604020202090204" pitchFamily="34" charset="0"/>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Arial" panose="020B0604020202090204" pitchFamily="34" charset="0"/>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Arial" panose="020B0604020202090204" pitchFamily="34" charset="0"/>
          <a:cs typeface="+mn-cs"/>
        </a:defRPr>
      </a:lvl5pPr>
      <a:lvl6pPr marL="18865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948690" y="1045210"/>
            <a:ext cx="7360920" cy="1577975"/>
          </a:xfrm>
          <a:prstGeom prst="rect">
            <a:avLst/>
          </a:prstGeom>
          <a:noFill/>
        </p:spPr>
        <p:txBody>
          <a:bodyPr wrap="square" rtlCol="0" anchor="t">
            <a:noAutofit/>
          </a:bodyPr>
          <a:p>
            <a:r>
              <a:rPr lang="en-US" altLang="en-US" sz="4800" u="sng">
                <a:solidFill>
                  <a:schemeClr val="bg1"/>
                </a:solidFill>
                <a:latin typeface="Arial Rounded MT Bold" panose="020F0704030504030204" charset="0"/>
                <a:cs typeface="Arial Rounded MT Bold" panose="020F0704030504030204" charset="0"/>
              </a:rPr>
              <a:t>Passenger Name Record (PNR) Manager</a:t>
            </a:r>
            <a:endParaRPr lang="en-US" altLang="en-US" sz="4800" u="sng">
              <a:solidFill>
                <a:schemeClr val="bg1"/>
              </a:solidFill>
              <a:latin typeface="Arial Rounded MT Bold" panose="020F0704030504030204" charset="0"/>
              <a:cs typeface="Arial Rounded MT Bold" panose="020F0704030504030204" charset="0"/>
            </a:endParaRPr>
          </a:p>
        </p:txBody>
      </p:sp>
      <p:sp>
        <p:nvSpPr>
          <p:cNvPr id="5" name="Text Box 4"/>
          <p:cNvSpPr txBox="1"/>
          <p:nvPr/>
        </p:nvSpPr>
        <p:spPr>
          <a:xfrm>
            <a:off x="385445" y="3629025"/>
            <a:ext cx="4862830" cy="645160"/>
          </a:xfrm>
          <a:prstGeom prst="rect">
            <a:avLst/>
          </a:prstGeom>
          <a:noFill/>
        </p:spPr>
        <p:txBody>
          <a:bodyPr wrap="square" rtlCol="0">
            <a:spAutoFit/>
          </a:bodyPr>
          <a:p>
            <a:r>
              <a:rPr lang="en-US" sz="1800">
                <a:solidFill>
                  <a:schemeClr val="bg1"/>
                </a:solidFill>
                <a:latin typeface="Baloo Bhaijaan" panose="03080902040302020200" charset="0"/>
                <a:cs typeface="Baloo Bhaijaan" panose="03080902040302020200" charset="0"/>
              </a:rPr>
              <a:t>Y.Ratna priya - 2520030156</a:t>
            </a:r>
            <a:endParaRPr lang="en-US" sz="1800">
              <a:solidFill>
                <a:schemeClr val="bg1"/>
              </a:solidFill>
              <a:latin typeface="Baloo Bhaijaan" panose="03080902040302020200" charset="0"/>
              <a:cs typeface="Baloo Bhaijaan" panose="03080902040302020200" charset="0"/>
            </a:endParaRPr>
          </a:p>
          <a:p>
            <a:r>
              <a:rPr lang="en-US" sz="1800">
                <a:solidFill>
                  <a:schemeClr val="bg1"/>
                </a:solidFill>
                <a:latin typeface="Baloo Bhaijaan" panose="03080902040302020200" charset="0"/>
                <a:cs typeface="Baloo Bhaijaan" panose="03080902040302020200" charset="0"/>
              </a:rPr>
              <a:t>P.Sahithi - 2520030262</a:t>
            </a:r>
            <a:endParaRPr lang="en-US" sz="1800">
              <a:solidFill>
                <a:schemeClr val="bg1"/>
              </a:solidFill>
              <a:latin typeface="Baloo Bhaijaan" panose="03080902040302020200" charset="0"/>
              <a:cs typeface="Baloo Bhaijaan" panose="03080902040302020200"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7"/>
          <p:cNvSpPr txBox="1"/>
          <p:nvPr/>
        </p:nvSpPr>
        <p:spPr>
          <a:xfrm>
            <a:off x="213995" y="702310"/>
            <a:ext cx="8716010" cy="4441825"/>
          </a:xfrm>
          <a:prstGeom prst="rect">
            <a:avLst/>
          </a:prstGeom>
          <a:noFill/>
        </p:spPr>
        <p:txBody>
          <a:bodyPr wrap="square" rtlCol="0">
            <a:noAutofit/>
          </a:bodyPr>
          <a:p>
            <a:r>
              <a:rPr lang="en-US" altLang="en-US" sz="1800">
                <a:solidFill>
                  <a:schemeClr val="bg1"/>
                </a:solidFill>
                <a:latin typeface="Academy Engraved LET" panose="02000000000000000000" charset="0"/>
                <a:cs typeface="Academy Engraved LET" panose="02000000000000000000" charset="0"/>
              </a:rPr>
              <a:t>The Passenger Name Record (PNR) Manager is a web-based application designed to efficiently handle airline booking records by providing users with a centralized platform to search, view, modify, and cancel PNR details. The system aims to streamline airline reservation management while ensuring accuracy, transparency, and ease of access.This application enables users to quickly retrieve booking information using a unique PNR number, displaying complete passenger details, travel itinerary, seat assignments, and Special Service Requests (SSR) such as meal preferences or assistance requirements. It also allows authorized users to modify booking details and manage SSR codes dynamically. A structured cancellation process is incorporated to ensure proper handling of ticket cancellations with necessary validations.The system maintains a comprehensive audit trail that records all modifications and actions performed on a PNR, enhancing accountability and traceability. Additional features such as notifications, booking history, and print/export functionality improve user experience and operational efficiency. An admin panel is provided to manage system-level controls and monitor user activities.</a:t>
            </a:r>
            <a:endParaRPr lang="en-US" altLang="en-US" sz="1800">
              <a:solidFill>
                <a:schemeClr val="bg1"/>
              </a:solidFill>
              <a:latin typeface="Academy Engraved LET" panose="02000000000000000000" charset="0"/>
              <a:cs typeface="Academy Engraved LET" panose="02000000000000000000" charset="0"/>
            </a:endParaRPr>
          </a:p>
        </p:txBody>
      </p:sp>
      <p:sp>
        <p:nvSpPr>
          <p:cNvPr id="9" name="Text Box 8"/>
          <p:cNvSpPr txBox="1"/>
          <p:nvPr/>
        </p:nvSpPr>
        <p:spPr>
          <a:xfrm>
            <a:off x="442595" y="332740"/>
            <a:ext cx="3895090" cy="306705"/>
          </a:xfrm>
          <a:prstGeom prst="rect">
            <a:avLst/>
          </a:prstGeom>
          <a:noFill/>
        </p:spPr>
        <p:txBody>
          <a:bodyPr wrap="square" rtlCol="0">
            <a:spAutoFit/>
          </a:bodyPr>
          <a:p>
            <a:r>
              <a:rPr lang="en-US" sz="1400" u="sng">
                <a:solidFill>
                  <a:schemeClr val="bg1"/>
                </a:solidFill>
                <a:latin typeface="Songti TC" panose="02010600040101010101" charset="-122"/>
                <a:ea typeface="Songti TC" panose="02010600040101010101" charset="-122"/>
              </a:rPr>
              <a:t>ABSTRACT</a:t>
            </a:r>
            <a:endParaRPr lang="en-US" sz="1400" u="sng">
              <a:solidFill>
                <a:schemeClr val="bg1"/>
              </a:solidFill>
              <a:latin typeface="Songti TC" panose="02010600040101010101" charset="-122"/>
              <a:ea typeface="Songti TC" panose="0201060004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28295" y="497205"/>
            <a:ext cx="8453755" cy="4116070"/>
          </a:xfrm>
          <a:prstGeom prst="rect">
            <a:avLst/>
          </a:prstGeom>
          <a:noFill/>
        </p:spPr>
        <p:txBody>
          <a:bodyPr wrap="square" rtlCol="0">
            <a:noAutofit/>
          </a:bodyPr>
          <a:p>
            <a:r>
              <a:rPr lang="en-US" altLang="en-US" sz="1600">
                <a:solidFill>
                  <a:schemeClr val="bg1"/>
                </a:solidFill>
                <a:latin typeface="Academy Engraved LET" panose="02000000000000000000" charset="0"/>
                <a:cs typeface="Academy Engraved LET" panose="02000000000000000000" charset="0"/>
              </a:rPr>
              <a:t>Built using modern web technologies including HTML5, CSS3, JavaScript (ES6+), React.js for the frontend, and Node.js with Express.js for the backend, the application follows RESTful API architecture. Optional integration with MySQL enables persistent data storage, while tools like Axios and Postman facilitate API communication and testing.Overall, the PNR Manager offers a scalable, user-friendly, and efficient solution for managing airline reservations, making it suitable for both small-scale and enterprise-level airline systems.The PNR Manager is a full-stack web application developed to manage airline reservation records using a RESTful architecture. The frontend is built with React.js, utilizing state management tools such as Context API/Redux, while the backend is powered by Node.js and Express.js. The system supports core functionalities including PNR search, booking modification, cancellation workflows, SSR management, and audit tracking. Data persistence is optionally handled using MySQL, and API communication is managed via Axios. The application ensures modular design, scalability, and efficient data handling.The system enhances user experience through real-time notifications, easy navigation, and detailed booking history. With a focus on usability and reliability, the application ensures seamless interaction and efficient record management.Built using React.js, Node.js, and REST APIs, it provides a responsive and scalable solution for airline reservation systems.</a:t>
            </a:r>
            <a:endParaRPr lang="en-US" altLang="en-US" sz="1600">
              <a:solidFill>
                <a:schemeClr val="bg1"/>
              </a:solidFill>
              <a:latin typeface="Academy Engraved LET" panose="02000000000000000000" charset="0"/>
              <a:cs typeface="Academy Engraved LET" panose="02000000000000000000"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58850" y="1637030"/>
            <a:ext cx="6715125" cy="1772285"/>
          </a:xfrm>
          <a:prstGeom prst="rect">
            <a:avLst/>
          </a:prstGeom>
          <a:noFill/>
        </p:spPr>
        <p:txBody>
          <a:bodyPr wrap="square" rtlCol="0">
            <a:noAutofit/>
          </a:bodyPr>
          <a:p>
            <a:r>
              <a:rPr lang="en-US" sz="8800">
                <a:solidFill>
                  <a:schemeClr val="bg1"/>
                </a:solidFill>
                <a:latin typeface="Arial Rounded MT Bold" panose="020F0704030504030204" charset="0"/>
                <a:cs typeface="Arial Rounded MT Bold" panose="020F0704030504030204" charset="0"/>
              </a:rPr>
              <a:t>THANKYOU</a:t>
            </a:r>
            <a:endParaRPr lang="en-US" sz="8800">
              <a:solidFill>
                <a:schemeClr val="bg1"/>
              </a:solidFill>
              <a:latin typeface="Arial Rounded MT Bold" panose="020F0704030504030204" charset="0"/>
              <a:cs typeface="Arial Rounded MT Bold" panose="020F0704030504030204" charset="0"/>
            </a:endParaRPr>
          </a:p>
        </p:txBody>
      </p:sp>
    </p:spTree>
  </p:cSld>
  <p:clrMapOvr>
    <a:masterClrMapping/>
  </p:clrMapOvr>
</p:sld>
</file>

<file path=ppt/theme/theme1.xml><?xml version="1.0" encoding="utf-8"?>
<a:theme xmlns:a="http://schemas.openxmlformats.org/drawingml/2006/main" name="Office Theme">
  <a:themeElements>
    <a:clrScheme name="简历渐变1">
      <a:dk1>
        <a:srgbClr val="000000"/>
      </a:dk1>
      <a:lt1>
        <a:srgbClr val="FFFFFF"/>
      </a:lt1>
      <a:dk2>
        <a:srgbClr val="000000"/>
      </a:dk2>
      <a:lt2>
        <a:srgbClr val="FFFFFF"/>
      </a:lt2>
      <a:accent1>
        <a:srgbClr val="FFFFFF"/>
      </a:accent1>
      <a:accent2>
        <a:srgbClr val="FFFFFF"/>
      </a:accent2>
      <a:accent3>
        <a:srgbClr val="FFFFFF"/>
      </a:accent3>
      <a:accent4>
        <a:srgbClr val="FFC000"/>
      </a:accent4>
      <a:accent5>
        <a:srgbClr val="4472C4"/>
      </a:accent5>
      <a:accent6>
        <a:srgbClr val="70AD47"/>
      </a:accent6>
      <a:hlink>
        <a:srgbClr val="000000"/>
      </a:hlink>
      <a:folHlink>
        <a:srgbClr val="954F72"/>
      </a:folHlink>
    </a:clrScheme>
    <a:fontScheme name="标准1">
      <a:majorFont>
        <a:latin typeface="Arial"/>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2798</Words>
  <Application>WPS Presentation</Application>
  <PresentationFormat>全屏显示(16:9)</PresentationFormat>
  <Paragraphs>13</Paragraphs>
  <Slides>4</Slides>
  <Notes>10</Notes>
  <HiddenSlides>0</HiddenSlides>
  <MMClips>0</MMClips>
  <ScaleCrop>false</ScaleCrop>
  <HeadingPairs>
    <vt:vector size="6" baseType="variant">
      <vt:variant>
        <vt:lpstr>已用的字体</vt:lpstr>
      </vt:variant>
      <vt:variant>
        <vt:i4>70</vt:i4>
      </vt:variant>
      <vt:variant>
        <vt:lpstr>主题</vt:lpstr>
      </vt:variant>
      <vt:variant>
        <vt:i4>1</vt:i4>
      </vt:variant>
      <vt:variant>
        <vt:lpstr>幻灯片标题</vt:lpstr>
      </vt:variant>
      <vt:variant>
        <vt:i4>4</vt:i4>
      </vt:variant>
    </vt:vector>
  </HeadingPairs>
  <TitlesOfParts>
    <vt:vector size="75" baseType="lpstr">
      <vt:lpstr>Arial</vt:lpstr>
      <vt:lpstr>SimSun</vt:lpstr>
      <vt:lpstr>Wingdings</vt:lpstr>
      <vt:lpstr>Calibri</vt:lpstr>
      <vt:lpstr>Helvetica Neue</vt:lpstr>
      <vt:lpstr>Microsoft YaHei</vt:lpstr>
      <vt:lpstr>汉仪旗黑</vt:lpstr>
      <vt:lpstr>Arial Bold</vt:lpstr>
      <vt:lpstr>SimSun</vt:lpstr>
      <vt:lpstr>宋体-简</vt:lpstr>
      <vt:lpstr>Gill Sans</vt:lpstr>
      <vt:lpstr>Calibri Light</vt:lpstr>
      <vt:lpstr>Arial Unicode MS</vt:lpstr>
      <vt:lpstr>SimSun</vt:lpstr>
      <vt:lpstr>Bebas</vt:lpstr>
      <vt:lpstr>Arial</vt:lpstr>
      <vt:lpstr>Calibri Light</vt:lpstr>
      <vt:lpstr>等线</vt:lpstr>
      <vt:lpstr>苹方-简</vt:lpstr>
      <vt:lpstr>Brush Script MT</vt:lpstr>
      <vt:lpstr>方正仿宋_GBK</vt:lpstr>
      <vt:lpstr>汉仪楷体简</vt:lpstr>
      <vt:lpstr>AkayaTelivigala</vt:lpstr>
      <vt:lpstr>Academy Engraved LET</vt:lpstr>
      <vt:lpstr>Adelle Sans Devanagari</vt:lpstr>
      <vt:lpstr>AkayaKanadaka</vt:lpstr>
      <vt:lpstr>American Typewriter</vt:lpstr>
      <vt:lpstr>STSong</vt:lpstr>
      <vt:lpstr>Songti TC</vt:lpstr>
      <vt:lpstr>Songti SC</vt:lpstr>
      <vt:lpstr>Al Nile</vt:lpstr>
      <vt:lpstr>Andale Mono</vt:lpstr>
      <vt:lpstr>Annai MN</vt:lpstr>
      <vt:lpstr>Apple Braille Outline 6 Dot</vt:lpstr>
      <vt:lpstr>Apple Chancery</vt:lpstr>
      <vt:lpstr>Arial Black</vt:lpstr>
      <vt:lpstr>Arial Hebrew</vt:lpstr>
      <vt:lpstr>Arial Hebrew Scholar</vt:lpstr>
      <vt:lpstr>Arial Narrow</vt:lpstr>
      <vt:lpstr>Arial Rounded MT Bold</vt:lpstr>
      <vt:lpstr>Arima Koshi</vt:lpstr>
      <vt:lpstr>Arima Madurai</vt:lpstr>
      <vt:lpstr>Avenir Next</vt:lpstr>
      <vt:lpstr>Ayuthaya</vt:lpstr>
      <vt:lpstr>Baghdad</vt:lpstr>
      <vt:lpstr>微软雅黑 Light</vt:lpstr>
      <vt:lpstr>黑体-简</vt:lpstr>
      <vt:lpstr>Baloo Bhaijaan</vt:lpstr>
      <vt:lpstr>Bodoni Ornaments</vt:lpstr>
      <vt:lpstr>Chalkboard SE</vt:lpstr>
      <vt:lpstr>Chalkduster</vt:lpstr>
      <vt:lpstr>Charter Roman</vt:lpstr>
      <vt:lpstr>Grantha Sangam MN</vt:lpstr>
      <vt:lpstr>Geeza Pro</vt:lpstr>
      <vt:lpstr>Galvji</vt:lpstr>
      <vt:lpstr>Farisi</vt:lpstr>
      <vt:lpstr>Geneva</vt:lpstr>
      <vt:lpstr>Georgia</vt:lpstr>
      <vt:lpstr>Gotu</vt:lpstr>
      <vt:lpstr>Gujarati MT</vt:lpstr>
      <vt:lpstr>Gujarati Sangam MN</vt:lpstr>
      <vt:lpstr>Gurmukhi MN</vt:lpstr>
      <vt:lpstr>Gurmukhi MT</vt:lpstr>
      <vt:lpstr>汉仪中简黑简</vt:lpstr>
      <vt:lpstr>方正书宋_GBK</vt:lpstr>
      <vt:lpstr>Heiti TC Light</vt:lpstr>
      <vt:lpstr>Hiragino Sans GB W3</vt:lpstr>
      <vt:lpstr>Apple SD Gothic Neo</vt:lpstr>
      <vt:lpstr>Apple Color Emoji</vt:lpstr>
      <vt:lpstr>Apple Symbols</vt:lpstr>
      <vt:lpstr>Office Theme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熊猫 哒哒</dc:creator>
  <cp:lastModifiedBy>YARRAMSETTY RATNA PRIYA PRIYA</cp:lastModifiedBy>
  <cp:revision>56</cp:revision>
  <dcterms:created xsi:type="dcterms:W3CDTF">2026-04-27T03:30:01Z</dcterms:created>
  <dcterms:modified xsi:type="dcterms:W3CDTF">2026-04-27T03:30:01Z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1033-12.1.23155.23155</vt:lpwstr>
  </property>
  <property fmtid="{D5CDD505-2E9C-101B-9397-08002B2CF9AE}" pid="3" name="ICV">
    <vt:lpwstr>7CC1A2580A8E3C4044D3EE697404AB02_41</vt:lpwstr>
  </property>
</Properties>
</file>